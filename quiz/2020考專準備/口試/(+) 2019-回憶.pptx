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8DBE2E-6EB1-4940-8456-D06989BE1BF6}">
  <a:tblStyle styleId="{E38DBE2E-6EB1-4940-8456-D06989BE1B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頭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2019 口試</a:t>
            </a:r>
            <a:endParaRPr/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457200" y="9718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{E38DBE2E-6EB1-4940-8456-D06989BE1BF6}</a:tableStyleId>
              </a:tblPr>
              <a:tblGrid>
                <a:gridCol w="2267525"/>
                <a:gridCol w="3218875"/>
                <a:gridCol w="2743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考官名單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高醫陳妙芬  (lower GI)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高醫黃琝儀(Upper GI)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GYN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亞東 熊佩韋  (Endometrial Cx)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雙和 李明憲 (Cervix)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GU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三總 趙興隆 (Prostate)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中國 梁基安 (Prostate/Bladder)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林長 張東杰 (HN 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中山 曾顯群 (npc)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Breast Benign Palliative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高長 黃英彥(BREAST)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國泰 吳錦榕 (Palliative/benign)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CNS PED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和信 蔡玉真 (PED)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慈濟 劉岱瑋(CNS)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Lung Mediastinum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許文林 (Lung)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仁愛 呂志得 (Sarcoma)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GI</a:t>
            </a:r>
            <a:br>
              <a:rPr lang="en-US" sz="3959"/>
            </a:br>
            <a:r>
              <a:rPr b="1" lang="en-US" sz="3959"/>
              <a:t>高醫陳妙芬  (lower GI)</a:t>
            </a:r>
            <a:br>
              <a:rPr lang="en-US" sz="3959"/>
            </a:br>
            <a:endParaRPr sz="3959"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Colon cancer 治療處理，左右淋巴引流，血管供應，好發族群，基因異常，標靶藥物使用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Rectum cancer治療處理，解剖構造，上中下段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Colon cancer RT 角色處理，劑量規劃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Rectum cancer short course, long course，好處壞處，副作用 …..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(POLISH trial, Swedish, AIO-094內容)</a:t>
            </a:r>
            <a:endParaRPr/>
          </a:p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GI</a:t>
            </a:r>
            <a:br>
              <a:rPr lang="en-US" sz="3959"/>
            </a:br>
            <a:r>
              <a:rPr b="1" lang="en-US" sz="3959"/>
              <a:t>高醫黃琝儀(Upper GI)</a:t>
            </a:r>
            <a:br>
              <a:rPr lang="en-US" sz="3959"/>
            </a:br>
            <a:endParaRPr sz="3959"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Esophageal cancer 治療處理，醫院做法，說出cross trial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HCC 各家醫院做法，SBRT收錄做法，TACE V.S. SBRT 治療效果</a:t>
            </a:r>
            <a:endParaRPr/>
          </a:p>
        </p:txBody>
      </p:sp>
      <p:sp>
        <p:nvSpPr>
          <p:cNvPr id="115" name="Google Shape;11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GYN</a:t>
            </a:r>
            <a:br>
              <a:rPr lang="en-US" sz="3959"/>
            </a:br>
            <a:r>
              <a:rPr b="1" lang="en-US" sz="3959"/>
              <a:t>亞東 熊佩韋  (Endometrial Cx)</a:t>
            </a:r>
            <a:br>
              <a:rPr lang="en-US" sz="3959"/>
            </a:br>
            <a:endParaRPr sz="3959"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Endometrial CA &gt;50% myometrial invasion, G2,LVSI(+), post-op management? dose?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FIGO stage IIIA的endometrial CA management?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Brachy(IVRT) dose? prescription to? OAR dose?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GOG99, PROTEC-1, 2, 3 內容?有哪些risk factor?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GYN</a:t>
            </a:r>
            <a:br>
              <a:rPr lang="en-US" sz="3959"/>
            </a:br>
            <a:r>
              <a:rPr b="1" lang="en-US" sz="3959"/>
              <a:t>雙和 李明憲 (Cervix)</a:t>
            </a:r>
            <a:br>
              <a:rPr lang="en-US" sz="3959"/>
            </a:br>
            <a:endParaRPr sz="3959"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Young age with newly found cervical CA，但是只做simple hystectomy，後續建議治療方式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Case 🡪Sadie‘s criteria 判斷是否RT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T3b case 治療處理，特別要注意是否放置double J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Protec 3 trial 的結論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建議閱讀2019.09月會投影片</a:t>
            </a:r>
            <a:endParaRPr/>
          </a:p>
        </p:txBody>
      </p:sp>
      <p:sp>
        <p:nvSpPr>
          <p:cNvPr id="131" name="Google Shape;1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GU</a:t>
            </a:r>
            <a:br>
              <a:rPr lang="en-US" sz="3959"/>
            </a:br>
            <a:r>
              <a:rPr b="1" lang="en-US" sz="3959"/>
              <a:t>三總 趙興隆 (Prostate)</a:t>
            </a:r>
            <a:br>
              <a:rPr lang="en-US" sz="3959"/>
            </a:br>
            <a:endParaRPr sz="3959"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休息</a:t>
            </a:r>
            <a:endParaRPr/>
          </a:p>
        </p:txBody>
      </p:sp>
      <p:sp>
        <p:nvSpPr>
          <p:cNvPr id="139" name="Google Shape;13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GU</a:t>
            </a:r>
            <a:br>
              <a:rPr lang="en-US" sz="3959"/>
            </a:br>
            <a:r>
              <a:rPr b="1" lang="en-US" sz="3959"/>
              <a:t>中國 梁基安 (Prostate/Bladder)</a:t>
            </a:r>
            <a:br>
              <a:rPr lang="en-US" sz="3959"/>
            </a:br>
            <a:endParaRPr sz="3959"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Bladder cancer 的staging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Bladder cancer /neuroendocrine 的處理不同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🡪說出化療藥物以及staging workup 要特別做腦部MRI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Bladder cancer T2N+CASE 處理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Bladder cancer Post-op RT indication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Prostate cancer staging, adjuvant RT, Salvage RT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HN</a:t>
            </a:r>
            <a:br>
              <a:rPr lang="en-US" sz="3959"/>
            </a:br>
            <a:r>
              <a:rPr b="1" lang="en-US" sz="3959"/>
              <a:t>林長 張東杰 (HN )</a:t>
            </a:r>
            <a:br>
              <a:rPr lang="en-US" sz="3959"/>
            </a:br>
            <a:endParaRPr sz="3959"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Adenoid cystic carcinoma of the ethmoid sinus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Treatment? RT or CCRT (長庚最近PAPER, CCRT 有OS 好處)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Dose constraint，RT complication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Critical organ 順序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🡪 重點 lacrimal gland要注意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可以翻書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HN</a:t>
            </a:r>
            <a:br>
              <a:rPr lang="en-US" sz="3959"/>
            </a:br>
            <a:r>
              <a:rPr b="1" lang="en-US" sz="3959"/>
              <a:t>中山 曾顯群 (npc)</a:t>
            </a:r>
            <a:endParaRPr/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NPC T1N0M0, stage I 的治療，包括後續RT 規劃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第7版和第8版的H&amp;N cancer 的改變，包括 OPC P16+….都要說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LEVEL 1-5 的淋巴引流位置分界點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Advanced stage NPC 的處理規劃，induction chemotherapy 的角色 </a:t>
            </a:r>
            <a:endParaRPr/>
          </a:p>
        </p:txBody>
      </p:sp>
      <p:sp>
        <p:nvSpPr>
          <p:cNvPr id="163" name="Google Shape;1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Breast Benign Palliative</a:t>
            </a:r>
            <a:br>
              <a:rPr lang="en-US" sz="3959"/>
            </a:br>
            <a:r>
              <a:rPr b="1" lang="en-US" sz="3959"/>
              <a:t>高長 黃英彥</a:t>
            </a:r>
            <a:endParaRPr sz="3959"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Breast cancer staging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Invasive lobular carcinoma, 腫瘤5公分，後續RT 處理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病人沒時間做RT，建議: Hypofraction, IORT SUITABLE 收錄條件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Breast cancer 局部復發，之前沒做過RT，堅持不開刀，RT處理，照野設計 🡪引導你說出要重新staging work-up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Breast Benign Palliative</a:t>
            </a:r>
            <a:br>
              <a:rPr lang="en-US" sz="3959"/>
            </a:br>
            <a:r>
              <a:rPr b="1" lang="en-US" sz="3959"/>
              <a:t>國泰 吳錦榕 (Palliative/benign)</a:t>
            </a:r>
            <a:br>
              <a:rPr lang="en-US" sz="3959"/>
            </a:br>
            <a:endParaRPr sz="3959"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安寧好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Skin cancer RT indication BCC/SCC/Melanoma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Keloid 處理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RT Palliation 處理的急症</a:t>
            </a:r>
            <a:endParaRPr/>
          </a:p>
        </p:txBody>
      </p:sp>
      <p:sp>
        <p:nvSpPr>
          <p:cNvPr id="179" name="Google Shape;17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CNS PED</a:t>
            </a:r>
            <a:br>
              <a:rPr lang="en-US" sz="3959"/>
            </a:br>
            <a:r>
              <a:rPr b="1" lang="en-US" sz="3959"/>
              <a:t>和信 蔡玉真 (PED) </a:t>
            </a:r>
            <a:endParaRPr sz="3959"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小兒RT被取代疾病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CSI 的應用，劑量，副作用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MB standard risk, high risk, 分子定義，劑量給予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Germinoma 的治療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Wilm’s tumor, Ewing sarcoma 治療 (回答9天開始，劑量多少)</a:t>
            </a:r>
            <a:endParaRPr/>
          </a:p>
        </p:txBody>
      </p:sp>
      <p:sp>
        <p:nvSpPr>
          <p:cNvPr id="187" name="Google Shape;18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9"/>
              <a:buFont typeface="Calibri"/>
              <a:buNone/>
            </a:pPr>
            <a:r>
              <a:rPr b="1" lang="en-US" sz="395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CNS P</a:t>
            </a:r>
            <a:br>
              <a:rPr b="1" lang="en-US" sz="395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395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959"/>
              <a:t>CNS PED</a:t>
            </a:r>
            <a:br>
              <a:rPr lang="en-US" sz="3959"/>
            </a:br>
            <a:r>
              <a:rPr b="1" lang="en-US" sz="3959"/>
              <a:t>慈濟 劉岱瑋</a:t>
            </a:r>
            <a:br>
              <a:rPr lang="en-US" sz="3959"/>
            </a:br>
            <a:r>
              <a:rPr b="1" lang="en-US" sz="395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玉真 (PED) </a:t>
            </a:r>
            <a:br>
              <a:rPr lang="en-US" sz="3959">
                <a:latin typeface="Arial"/>
                <a:ea typeface="Arial"/>
                <a:cs typeface="Arial"/>
                <a:sym typeface="Arial"/>
              </a:rPr>
            </a:br>
            <a:r>
              <a:rPr b="1" lang="en-US" sz="395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慈濟 劉岱瑋</a:t>
            </a:r>
            <a:br>
              <a:rPr lang="en-US" sz="3959">
                <a:latin typeface="Arial"/>
                <a:ea typeface="Arial"/>
                <a:cs typeface="Arial"/>
                <a:sym typeface="Arial"/>
              </a:rPr>
            </a:br>
            <a:endParaRPr sz="3959"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brain MRI Image🡪 3TH Ventricle有enhanced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D.D., Survery, work-up, biopsy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CNS Lymphoma 處理治療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好發年紀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HIV…………</a:t>
            </a:r>
            <a:endParaRPr/>
          </a:p>
        </p:txBody>
      </p:sp>
      <p:sp>
        <p:nvSpPr>
          <p:cNvPr id="195" name="Google Shape;19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Lung Mediastinum </a:t>
            </a:r>
            <a:br>
              <a:rPr lang="en-US" sz="3959"/>
            </a:br>
            <a:r>
              <a:rPr b="1" lang="en-US" sz="3959"/>
              <a:t>許文林 (Lung)</a:t>
            </a:r>
            <a:br>
              <a:rPr lang="en-US" sz="3959"/>
            </a:br>
            <a:endParaRPr sz="3959"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1. SBRT 在lung 的Indication, 治療處理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2. 是否要切片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3. 60Gy vs. 74Gy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4. ABC ….呼吸控制差別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5. PCI in Extensive SCLC 的角色, NCCN, trial.</a:t>
            </a:r>
            <a:endParaRPr/>
          </a:p>
        </p:txBody>
      </p:sp>
      <p:sp>
        <p:nvSpPr>
          <p:cNvPr id="203" name="Google Shape;20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n-US" sz="3959"/>
              <a:t>Lung Mediastinum </a:t>
            </a:r>
            <a:br>
              <a:rPr lang="en-US" sz="3959"/>
            </a:br>
            <a:r>
              <a:rPr b="1" lang="en-US" sz="3959"/>
              <a:t>仁愛 呂志得 (Sarcoma)</a:t>
            </a:r>
            <a:br>
              <a:rPr lang="en-US" sz="3959"/>
            </a:br>
            <a:endParaRPr sz="3959"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右大腿有一個mass, 鑑別診斷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Sacroma primary/ recurrent 治療方式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RMS化療要回答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重點是要先回答 History, PE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Left neck palpable mass, 鑑別診斷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HL 和NHL 的差別以及治療(age……)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FLIPI, IPI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212" name="Google Shape;21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2019基礎</a:t>
            </a:r>
            <a:endParaRPr/>
          </a:p>
        </p:txBody>
      </p:sp>
      <p:sp>
        <p:nvSpPr>
          <p:cNvPr id="218" name="Google Shape;218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19" name="Google Shape;2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心臟RT最敏感🡪 Auricle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物理BED, EQD2,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10MeV電子為光速幾倍🡪0.9988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250MV質子為光速幾倍🡪0.62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100000原子數，經過鉛厚度…，剩下原子數🡪7.53*100000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Commissioning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質子觀念約5題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TSGH Mingyueh Liu</a:t>
            </a:r>
            <a:endParaRPr/>
          </a:p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
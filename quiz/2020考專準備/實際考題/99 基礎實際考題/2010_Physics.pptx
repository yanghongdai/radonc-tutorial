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F3E22-F227-4DFF-B322-64B7AA8959D3}" type="datetimeFigureOut">
              <a:rPr lang="zh-TW" altLang="en-US" smtClean="0"/>
              <a:t>2013/8/9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60D15-5042-4A3E-83CD-D6938CA4E04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20130914_2013讀書會\筆試_基礎\筆試_物理\2010_Physics_IMG_44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20130914_2013讀書會\筆試_基礎\筆試_物理\2010_Physics_IMG_443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755576" y="692696"/>
            <a:ext cx="748883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20130914_2013讀書會\筆試_基礎\筆試_物理\2010_Physics_IMG_443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1331640" y="692696"/>
            <a:ext cx="748883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20130914_2013讀書會\筆試_基礎\筆試_物理\2010_Physics_IMG_443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827584" y="764704"/>
            <a:ext cx="7992888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20130914_2013讀書會\筆試_基礎\筆試_物理\2010_Physics_IMG_443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827584" y="764704"/>
            <a:ext cx="756084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 3"/>
          <p:cNvSpPr/>
          <p:nvPr/>
        </p:nvSpPr>
        <p:spPr>
          <a:xfrm>
            <a:off x="1835696" y="476672"/>
            <a:ext cx="288032" cy="2160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 4"/>
          <p:cNvSpPr/>
          <p:nvPr/>
        </p:nvSpPr>
        <p:spPr>
          <a:xfrm>
            <a:off x="4283968" y="260648"/>
            <a:ext cx="360040" cy="2880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:\20130914_2013讀書會\筆試_基礎\筆試_物理\2010_Physics_IMG_443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179512" y="620688"/>
            <a:ext cx="864096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20130914_2013讀書會\筆試_基礎\筆試_物理\2010_Physics_IMG_443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143000" y="-1143000"/>
            <a:ext cx="6858000" cy="9144000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683568" y="620688"/>
            <a:ext cx="756084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如螢幕大小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Office 佈景主題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Eric Shen</dc:creator>
  <cp:lastModifiedBy>Eric Shen</cp:lastModifiedBy>
  <cp:revision>1</cp:revision>
  <dcterms:created xsi:type="dcterms:W3CDTF">2013-08-09T07:19:34Z</dcterms:created>
  <dcterms:modified xsi:type="dcterms:W3CDTF">2013-08-09T07:25:51Z</dcterms:modified>
</cp:coreProperties>
</file>